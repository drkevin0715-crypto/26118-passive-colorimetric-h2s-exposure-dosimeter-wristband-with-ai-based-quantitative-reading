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CB85E-6F9A-CA29-B8BE-18DF5413E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56578-89E8-DFB3-6E2B-749153A90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2BD4-BE4B-B8DE-8AF7-7050DE1EC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B3C5-E21D-1F3C-30F3-91A9965C9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B54E7-9865-9E6A-2832-D9C2F109D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3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A696-FBCF-9CBE-5370-E143F49A8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C07B9-9304-A3EB-787B-C204AC536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4952A-BC79-3EBF-FA25-35E4CC4B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307B3-970F-6410-AC61-A2ED1823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B51DD-300D-3873-513F-AC800BC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714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E46F-C5BF-1A5E-07A1-1C21F8C40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E76F2-E990-C032-0AF8-EC5D2431F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04EBF-71F5-D73C-18DE-29833B8EF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87D86-D2EC-1CEB-776B-D9A2F489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A359-D629-1CEA-F8C9-FE5F8138D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97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F0BD8-7DB3-D621-4EE8-5E027C165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F6673-2BA3-05E1-3988-589DB8BE74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81529-83DB-27DD-8B70-21480AC51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1C6B7-A40D-1159-D3C2-AE169EDCC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58C6B-7D26-B3A8-26D4-46D13CF9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6218B-B60E-0FC0-309C-AC9D4F324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76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0FB3-BC2F-92AC-C528-50EC9FB8A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9BC3A-BE4C-8A6C-ED69-AE32C7C67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DC2E3-54A4-F83C-D8EF-3BDE25A35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69DDD0-FC27-288F-F07E-6F21600C7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59B67-34CA-4C2D-B4CC-FA353675F5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DA558-CD57-D470-7579-C6F3F0F8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FEDDF-0A0E-3B3F-9214-5252AE656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0B86B5-A98B-15A3-E5A0-4FE0E97F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151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AE49-FB73-09C8-1507-228657599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0F9385-C7F3-5A51-28C1-FB581280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4481C-A753-201A-9E32-57B3F5FD8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E03C27-C880-4139-5D84-C9B76BBA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057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E0A0DA-E63B-C889-E705-21A3AB4C5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BC4394-8DD0-04ED-7285-8FCD9B64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CDCE5-9E67-C34C-3E66-8A08EE880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16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A52B-587A-E7EA-8E2D-3A6FD61F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4823-7522-E6ED-B171-B61B9829F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A7AA5-7BD4-DEA6-5CF8-FAF3D1EF3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3B6ED-2218-677C-7D97-001B4FD06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E87B4-040D-08C8-39CA-D1AD747D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642FA-0E40-B275-4FC9-999F7F9BC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6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5121-416E-CC71-C73B-AD59CB059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E2FFF-568A-4C59-C55C-CE48439FB0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6C1D65-234A-A636-5DBE-994F162AD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6FF6B-FD5E-ABB3-74FF-1F597A58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A60B6-AB3C-B604-78B4-866AC2A8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DA969-6C16-3462-26A0-0F73EB73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72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BB67F-B966-70D2-2383-EDBFB5A61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C928E2-E1A4-BFEC-854A-F01C56FD0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41F52-5926-EBD8-0C47-76F5D987E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A0932-110B-0923-BF21-91219083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25B2B-0D17-8FB6-CA0D-F4816FB8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685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6ABF82-D304-E05C-4463-95BF253631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3A406-DF6A-927C-A871-4C64B0493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F12AA-1E25-F2BB-ECBC-7B2AD9057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1BAC9-F5FF-82D6-34C8-A29815C7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EC9E3-F25A-56BF-F2D8-0946C4B2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870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FA1167-7B7F-02F0-88EE-8347E4791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CD0A1-FC6D-ED46-F03A-786818EAA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FE17C-1C40-987F-D666-DF235F0D9C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E812C-3A4B-496C-B05F-79FB76E254EA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5577E-249A-D1C7-EE2A-632769132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13D18-529B-8442-30E0-C2CC2AE4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0E7E8-0875-4C6C-AA27-495E50036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41014" y="-124913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1558" y="1474431"/>
            <a:ext cx="5924550" cy="487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26118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Passive Colorimetric H2S Exposure-Dosimeter Wristband with AI-Based Quantitative Reading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sz="2400" dirty="0"/>
              <a:t>Smart Automation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Quantum Realm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FA44AC-FDA8-B0B9-ED5D-9EFFC6B40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94"/>
          <a:stretch>
            <a:fillRect/>
          </a:stretch>
        </p:blipFill>
        <p:spPr>
          <a:xfrm>
            <a:off x="0" y="70377"/>
            <a:ext cx="12192000" cy="68044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C713B2-5E74-FAE8-ECFA-AAD8647330C1}"/>
              </a:ext>
            </a:extLst>
          </p:cNvPr>
          <p:cNvSpPr/>
          <p:nvPr/>
        </p:nvSpPr>
        <p:spPr>
          <a:xfrm>
            <a:off x="219456" y="53589"/>
            <a:ext cx="1755648" cy="623067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235D04-E12C-ACCA-AB9A-0B6AF3731535}"/>
              </a:ext>
            </a:extLst>
          </p:cNvPr>
          <p:cNvSpPr/>
          <p:nvPr/>
        </p:nvSpPr>
        <p:spPr>
          <a:xfrm>
            <a:off x="10131552" y="135247"/>
            <a:ext cx="1947672" cy="687713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1624B6B-38F9-1C0A-248B-14B515A79B3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392" y="80909"/>
            <a:ext cx="1580803" cy="68718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Realm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B23A3C-2874-76F0-ACC9-8D5E538FA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98" y="42810"/>
            <a:ext cx="1616716" cy="76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373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DBA7A5-8425-85F7-8437-8F6F39AA8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1" y="584232"/>
            <a:ext cx="3572936" cy="321398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CFCE6AE4-B081-8F3A-440D-73CD435E8ED3}"/>
              </a:ext>
            </a:extLst>
          </p:cNvPr>
          <p:cNvGrpSpPr/>
          <p:nvPr/>
        </p:nvGrpSpPr>
        <p:grpSpPr>
          <a:xfrm>
            <a:off x="3738077" y="845314"/>
            <a:ext cx="8169909" cy="6012686"/>
            <a:chOff x="3738077" y="845314"/>
            <a:chExt cx="8169909" cy="601268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A7C7A58-5D6C-0F79-F4EC-7B5CEF03B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8077" y="845314"/>
              <a:ext cx="8169909" cy="601268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DB396FB-2525-9F6B-1DA8-78DAD4F7A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407"/>
            <a:stretch>
              <a:fillRect/>
            </a:stretch>
          </p:blipFill>
          <p:spPr>
            <a:xfrm>
              <a:off x="5158740" y="1541644"/>
              <a:ext cx="981986" cy="1887356"/>
            </a:xfrm>
            <a:prstGeom prst="roundRect">
              <a:avLst>
                <a:gd name="adj" fmla="val 16328"/>
              </a:avLst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25202053-0DF0-2207-38C8-877343F9D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2224" y="4056689"/>
            <a:ext cx="2000717" cy="26235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3E4B7A-80FB-1F73-5042-56021E290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13" t="785" r="16469" b="785"/>
          <a:stretch>
            <a:fillRect/>
          </a:stretch>
        </p:blipFill>
        <p:spPr>
          <a:xfrm>
            <a:off x="189395" y="3684039"/>
            <a:ext cx="1547965" cy="3183105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AD74009-0F57-C74C-2D35-78E9CBB155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65141" y="80909"/>
            <a:ext cx="1276175" cy="50332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Quantum Realm</a:t>
            </a:r>
            <a:endParaRPr lang="en-IN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C7D7F2-A6C4-ED33-846F-9DE576086F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98" y="42810"/>
            <a:ext cx="1616716" cy="76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64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70D65D5-2198-9427-DA3E-6CFF7CE27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058" cy="665683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3DA241C-33DD-8EB6-F8D1-F20A5CC1D70A}"/>
              </a:ext>
            </a:extLst>
          </p:cNvPr>
          <p:cNvSpPr/>
          <p:nvPr/>
        </p:nvSpPr>
        <p:spPr>
          <a:xfrm>
            <a:off x="91440" y="71877"/>
            <a:ext cx="1828800" cy="741939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23CC84-2DBC-ED33-14AE-021546394354}"/>
              </a:ext>
            </a:extLst>
          </p:cNvPr>
          <p:cNvSpPr/>
          <p:nvPr/>
        </p:nvSpPr>
        <p:spPr>
          <a:xfrm>
            <a:off x="9552432" y="-9144"/>
            <a:ext cx="2398776" cy="896112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D0A356F-CF24-08E1-FC1B-8A3C974650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392" y="80909"/>
            <a:ext cx="1580803" cy="68718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Realm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64EA37-10CC-CC3F-9638-49DEC0D3AB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98" y="42810"/>
            <a:ext cx="1616716" cy="76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36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1C508-41F8-77F9-9105-6825182C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DB51E-0366-C656-399B-0ACE945F0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F1779-87A2-6B05-DF9C-320FF53100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" t="109" r="850" b="-1"/>
          <a:stretch>
            <a:fillRect/>
          </a:stretch>
        </p:blipFill>
        <p:spPr>
          <a:xfrm>
            <a:off x="27432" y="0"/>
            <a:ext cx="12164252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3A1CBF5-72D0-3F53-C67C-2A56B38EE6EA}"/>
              </a:ext>
            </a:extLst>
          </p:cNvPr>
          <p:cNvSpPr/>
          <p:nvPr/>
        </p:nvSpPr>
        <p:spPr>
          <a:xfrm>
            <a:off x="164592" y="118872"/>
            <a:ext cx="1755648" cy="734383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E9B809-C8B8-3184-C853-D0F4318B4266}"/>
              </a:ext>
            </a:extLst>
          </p:cNvPr>
          <p:cNvSpPr/>
          <p:nvPr/>
        </p:nvSpPr>
        <p:spPr>
          <a:xfrm>
            <a:off x="9826752" y="64007"/>
            <a:ext cx="2200656" cy="950977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0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A30B72-079B-421C-7176-B2EE634C9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" t="1049" r="775"/>
          <a:stretch>
            <a:fillRect/>
          </a:stretch>
        </p:blipFill>
        <p:spPr>
          <a:xfrm>
            <a:off x="0" y="0"/>
            <a:ext cx="12192000" cy="677929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0FD823-C646-6CDA-A7A6-3104274BEE8A}"/>
              </a:ext>
            </a:extLst>
          </p:cNvPr>
          <p:cNvSpPr/>
          <p:nvPr/>
        </p:nvSpPr>
        <p:spPr>
          <a:xfrm>
            <a:off x="164592" y="73152"/>
            <a:ext cx="1755648" cy="734383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25F2EB-6995-4249-8709-E932EFBF7254}"/>
              </a:ext>
            </a:extLst>
          </p:cNvPr>
          <p:cNvSpPr/>
          <p:nvPr/>
        </p:nvSpPr>
        <p:spPr>
          <a:xfrm>
            <a:off x="9881616" y="0"/>
            <a:ext cx="2145792" cy="841248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0A553-D057-964A-3727-89E21E7473E9}"/>
              </a:ext>
            </a:extLst>
          </p:cNvPr>
          <p:cNvSpPr/>
          <p:nvPr/>
        </p:nvSpPr>
        <p:spPr>
          <a:xfrm rot="5400000">
            <a:off x="3524986" y="1687093"/>
            <a:ext cx="559759" cy="459126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136C2-8FB8-F475-0561-4685B8408B47}"/>
              </a:ext>
            </a:extLst>
          </p:cNvPr>
          <p:cNvSpPr/>
          <p:nvPr/>
        </p:nvSpPr>
        <p:spPr>
          <a:xfrm rot="5400000">
            <a:off x="3393922" y="2616734"/>
            <a:ext cx="559759" cy="459126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B9B252-D674-0CEA-61BC-A2E901647874}"/>
              </a:ext>
            </a:extLst>
          </p:cNvPr>
          <p:cNvSpPr/>
          <p:nvPr/>
        </p:nvSpPr>
        <p:spPr>
          <a:xfrm rot="5400000">
            <a:off x="3393922" y="3698593"/>
            <a:ext cx="559759" cy="459126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B16CE4-4F0D-F7E3-55DB-4A6C6C9A0471}"/>
              </a:ext>
            </a:extLst>
          </p:cNvPr>
          <p:cNvSpPr/>
          <p:nvPr/>
        </p:nvSpPr>
        <p:spPr>
          <a:xfrm rot="5400000">
            <a:off x="3413170" y="4715901"/>
            <a:ext cx="559759" cy="459126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199731-8AA7-41C9-D1DC-C24520D442FD}"/>
              </a:ext>
            </a:extLst>
          </p:cNvPr>
          <p:cNvSpPr/>
          <p:nvPr/>
        </p:nvSpPr>
        <p:spPr>
          <a:xfrm rot="5400000">
            <a:off x="3413171" y="5582431"/>
            <a:ext cx="559759" cy="459126"/>
          </a:xfrm>
          <a:prstGeom prst="rect">
            <a:avLst/>
          </a:prstGeom>
          <a:solidFill>
            <a:srgbClr val="F8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4A50417B-2A7C-A3D8-32B6-B2A385E5D27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7392" y="80909"/>
            <a:ext cx="1580803" cy="68718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Quantum Realm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2904C4-1A2D-32EE-9FF5-D529ADB61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3898" y="42810"/>
            <a:ext cx="1616716" cy="763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81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41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Garamond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VICTOR</dc:creator>
  <cp:lastModifiedBy>KEVIN VICTOR</cp:lastModifiedBy>
  <cp:revision>6</cp:revision>
  <dcterms:created xsi:type="dcterms:W3CDTF">2026-09-06T15:12:40Z</dcterms:created>
  <dcterms:modified xsi:type="dcterms:W3CDTF">2026-09-07T06:27:48Z</dcterms:modified>
</cp:coreProperties>
</file>